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B8531-4972-BBA3-F216-457E555A5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4FF359-21C1-ECE5-FDB4-304F27D47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F60FD-D7B2-4E89-62F6-465D6D94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3E6D96-A9B6-DAD3-40D9-2FAFCE71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C80EC-244B-13B7-9F4F-EF090759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0770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A259F-219F-FDDF-29C8-6E6E2FF9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EEC5E-439B-C614-0A61-5BBD9ADD2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B10D0-9074-0D78-062F-0D229154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A056B-DB0C-7FE5-37F8-8433F8929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68DA7E-78EC-19FC-C41B-1CFC3D132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6014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F74D3-EBA4-568B-E266-11A394FB7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55962D-482D-2C65-A7A2-03A284E5DC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B5955F-F851-DBF5-93A8-DA6E68A5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88513-A550-9D80-871E-0AEB0D942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40BA1-22F5-59CD-41C8-93D034DB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278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D3F23-90B8-D521-7026-A3D56AD75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5C797-325C-610A-B526-840B0E7E6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2D50B4-92A7-51A1-35CE-F8C83E2DF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43576-B704-EAB2-E955-486A72B1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F267C6-C5B7-84CC-6A59-96BDE80C0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DC0B41-886D-8888-775D-20696F9E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7227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818CC-9B47-B530-6918-7CEF649DC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E9272-BD59-7C0E-9265-FBF769AF3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EA3D60-6810-8061-1188-E7A93407E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FD181-A4B9-FF61-CE8C-071B3635C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F51835-5F6C-8C6B-5EE5-AC5615A25B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186782-3590-9F32-8E8B-A28B7E40B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D5FDA0-B0A4-F670-5A2A-E1B576389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371CF1-B233-DDD7-5AD1-CA46456D2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01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B084-46B5-D9B0-E623-FD12A7F95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06BBB-F880-3F5E-BB04-640B6EC72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21D9C8-E826-B90E-7F83-5AD44C668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A6BFBA-08C4-664F-1749-771DCF6B4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858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DFA30F9-C092-6BE0-2EBB-4201F8D5F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28812-58F1-F34D-4249-B78310319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C1020E-A962-1274-A39A-1B6666B90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16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B1F31-346F-E76D-0AF2-A1595427A5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4B6CE-F981-7846-04C1-2FDB48E30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3F99CF-D1F6-65B2-2582-A4701C068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6261F-8A32-894F-4C38-8BA98F467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F91D7-72F5-D233-0D55-C34627A6C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D59DF5-27F6-8EAC-CBF2-E3F841A1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535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B3F77-D897-D937-BA9C-7614200F2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F1C531-9B46-8BF5-DF6C-4222C6597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B5596-0D9A-B51F-54CB-226B5C5E9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10122A-4953-82F3-02CF-58E4F5FE9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3B9DE-0D22-F415-8A46-173E19ED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91C3F1-23E5-7929-FCE8-5B0C9D7AB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885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CDFB5-14F7-2676-08BF-22E2277F7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EF19DE-56FE-DB4D-7F69-5D6EAF4C2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B6317-EAEE-A7B6-B717-750FC9D29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1ADD7-0D08-7B71-D289-0E12C853F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11AB4-A8BA-49D7-67C3-4CCE857D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246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66EA-2AC2-41DF-262A-DA1A21C40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F2094E-509B-3A07-6E26-38505FF4E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365EF8-DD27-D71F-10E8-410622E9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0EEB4-4068-7CAC-5F7B-95A8C7567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5B59A-6DC6-8297-DABD-3F1A082A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364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6ED8E7-6BEA-F00E-71E0-CD5A00216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27375-9CA3-BF29-9943-E20F1DD7F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D60FD-EDFD-616B-A8D6-E58F3E2A6D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FF64A-EB50-4963-BEE8-EEA90A954A85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1FA62-76AB-61AF-57CC-95F4B2BC91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D4D42-9F4D-99AB-A353-B843B4510C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5DD7F8-5823-435D-95D7-812C13DE14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1626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4" name="Picture 10" descr="Nottingham Strong: Read Reviews and Book Classes on ClassPass">
            <a:extLst>
              <a:ext uri="{FF2B5EF4-FFF2-40B4-BE49-F238E27FC236}">
                <a16:creationId xmlns:a16="http://schemas.microsoft.com/office/drawing/2014/main" id="{926C5C63-7D78-4FF6-A46B-0C1C0F9F5B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 radius="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-2"/>
          <a:stretch>
            <a:fillRect/>
          </a:stretch>
        </p:blipFill>
        <p:spPr bwMode="auto">
          <a:xfrm>
            <a:off x="-217715" y="-106"/>
            <a:ext cx="13045440" cy="7343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52AF81-892D-7F9D-421E-67F8441F5D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FF0000"/>
                </a:solidFill>
                <a:latin typeface="Arial Black" panose="020B0A04020102020204" pitchFamily="34" charset="0"/>
              </a:rPr>
              <a:t>Freeform Programming Assessment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58EC7-FD26-2031-B047-6E6D6EEC24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>
                <a:solidFill>
                  <a:srgbClr val="FF0000"/>
                </a:solidFill>
                <a:latin typeface="Arial Black" panose="020B0A04020102020204" pitchFamily="34" charset="0"/>
              </a:rPr>
              <a:t>Topic - Powerlifting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33D4FB6-7CC0-60FD-7E81-1B600193801F}"/>
              </a:ext>
            </a:extLst>
          </p:cNvPr>
          <p:cNvSpPr txBox="1">
            <a:spLocks/>
          </p:cNvSpPr>
          <p:nvPr/>
        </p:nvSpPr>
        <p:spPr>
          <a:xfrm>
            <a:off x="-1371600" y="6372225"/>
            <a:ext cx="6219825" cy="971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>
                <a:solidFill>
                  <a:srgbClr val="FF0000"/>
                </a:solidFill>
                <a:latin typeface="Arial Black" panose="020B0A04020102020204" pitchFamily="34" charset="0"/>
              </a:rPr>
              <a:t>Photo: Nottingham Strong</a:t>
            </a:r>
          </a:p>
        </p:txBody>
      </p:sp>
    </p:spTree>
    <p:extLst>
      <p:ext uri="{BB962C8B-B14F-4D97-AF65-F5344CB8AC3E}">
        <p14:creationId xmlns:p14="http://schemas.microsoft.com/office/powerpoint/2010/main" val="1641536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3BA0-F068-DCF0-E2EE-4BE68880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Powerlifting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B1DC6-986F-6703-FC41-68CE31F5F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4804954" cy="4351338"/>
          </a:xfrm>
        </p:spPr>
        <p:txBody>
          <a:bodyPr>
            <a:normAutofit fontScale="92500"/>
          </a:bodyPr>
          <a:lstStyle/>
          <a:p>
            <a:r>
              <a:rPr lang="en-GB" dirty="0"/>
              <a:t>Goal is to achieve the heaviest combined total weight for </a:t>
            </a:r>
            <a:r>
              <a:rPr lang="en-GB" b="1" dirty="0"/>
              <a:t>squat, bench press, and deadlift</a:t>
            </a:r>
          </a:p>
          <a:p>
            <a:endParaRPr lang="en-GB" dirty="0"/>
          </a:p>
          <a:p>
            <a:r>
              <a:rPr lang="en-GB" dirty="0"/>
              <a:t>Has seen a surge in popularity in recent years</a:t>
            </a:r>
          </a:p>
          <a:p>
            <a:endParaRPr lang="en-GB" dirty="0"/>
          </a:p>
          <a:p>
            <a:r>
              <a:rPr lang="en-GB" dirty="0"/>
              <a:t>Drop in participation in 2020 due to COVID-19 and lockdowns</a:t>
            </a:r>
          </a:p>
          <a:p>
            <a:endParaRPr lang="en-GB" sz="1800" dirty="0"/>
          </a:p>
        </p:txBody>
      </p:sp>
      <p:pic>
        <p:nvPicPr>
          <p:cNvPr id="8" name="Picture 7" descr="A graph with a line and a red dot&#10;&#10;AI-generated content may be incorrect.">
            <a:extLst>
              <a:ext uri="{FF2B5EF4-FFF2-40B4-BE49-F238E27FC236}">
                <a16:creationId xmlns:a16="http://schemas.microsoft.com/office/drawing/2014/main" id="{958F027D-1AF8-3C26-0D27-FF7035A89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617" y="1249650"/>
            <a:ext cx="5769789" cy="4358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669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D3E3E-0BEA-64A5-6B02-0FF06ADAB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Demographic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A8A4B-E4BF-8A91-3DBA-CC6913E6D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65616" cy="4351338"/>
          </a:xfrm>
        </p:spPr>
        <p:txBody>
          <a:bodyPr>
            <a:normAutofit/>
          </a:bodyPr>
          <a:lstStyle/>
          <a:p>
            <a:r>
              <a:rPr lang="en-GB" sz="2600" dirty="0"/>
              <a:t>USA appears to host the most meets</a:t>
            </a:r>
          </a:p>
          <a:p>
            <a:endParaRPr lang="en-GB" sz="2600" dirty="0"/>
          </a:p>
          <a:p>
            <a:r>
              <a:rPr lang="en-GB" sz="2600" dirty="0"/>
              <a:t>Russia, Ukraine, Canada, and England also have large participation</a:t>
            </a:r>
          </a:p>
          <a:p>
            <a:endParaRPr lang="en-GB" sz="2600" dirty="0"/>
          </a:p>
          <a:p>
            <a:r>
              <a:rPr lang="en-GB" sz="2600" dirty="0"/>
              <a:t>Lifter nationality was missing data for 950,000 people – meet country is a better indicator</a:t>
            </a:r>
          </a:p>
        </p:txBody>
      </p:sp>
      <p:pic>
        <p:nvPicPr>
          <p:cNvPr id="6" name="Picture 5" descr="A graph of a number of countries/regions&#10;&#10;AI-generated content may be incorrect.">
            <a:extLst>
              <a:ext uri="{FF2B5EF4-FFF2-40B4-BE49-F238E27FC236}">
                <a16:creationId xmlns:a16="http://schemas.microsoft.com/office/drawing/2014/main" id="{69AA037A-A47D-C8ED-77CB-CEC2E4724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2411" y="1255834"/>
            <a:ext cx="6421212" cy="43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04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021B-1019-5750-1221-78479D6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Performance Change?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FC11D-57F5-5EC0-A365-7638EC164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58692" cy="4351338"/>
          </a:xfrm>
        </p:spPr>
        <p:txBody>
          <a:bodyPr>
            <a:normAutofit/>
          </a:bodyPr>
          <a:lstStyle/>
          <a:p>
            <a:r>
              <a:rPr lang="en-GB" sz="2600" dirty="0"/>
              <a:t>Used the mean Total Kg lifted for the 5 most common weight classes</a:t>
            </a:r>
          </a:p>
          <a:p>
            <a:endParaRPr lang="en-GB" sz="2600" dirty="0"/>
          </a:p>
          <a:p>
            <a:r>
              <a:rPr lang="en-GB" sz="2600" dirty="0"/>
              <a:t>Some decrease around 2010 for 100kg, 90kg, and 82.5kg</a:t>
            </a:r>
          </a:p>
          <a:p>
            <a:endParaRPr lang="en-GB" sz="2600" dirty="0"/>
          </a:p>
          <a:p>
            <a:r>
              <a:rPr lang="en-GB" sz="2600" dirty="0"/>
              <a:t>The 83kg class was only added in 2010 when federations such as the IPF began to use it</a:t>
            </a:r>
          </a:p>
        </p:txBody>
      </p:sp>
      <p:pic>
        <p:nvPicPr>
          <p:cNvPr id="5" name="Picture 4" descr="A graph of weight class&#10;&#10;AI-generated content may be incorrect.">
            <a:extLst>
              <a:ext uri="{FF2B5EF4-FFF2-40B4-BE49-F238E27FC236}">
                <a16:creationId xmlns:a16="http://schemas.microsoft.com/office/drawing/2014/main" id="{C202DD01-335C-8349-A8CE-97D040495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6892" y="792480"/>
            <a:ext cx="5105001" cy="4953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349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151B9-0AF5-AE4D-AE49-B0D0612CC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Initial Difficulties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ADFF8-53EF-F794-B22B-D4280C9DD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Downloaded .csv file was 700MB – had to cut out some data before making my initial git repo</a:t>
            </a:r>
          </a:p>
          <a:p>
            <a:endParaRPr lang="en-GB" dirty="0"/>
          </a:p>
          <a:p>
            <a:r>
              <a:rPr lang="en-GB" dirty="0"/>
              <a:t>Had to restart git repo due to accidentally multiplying the saved data inside it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0541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1655</TotalTime>
  <Words>162</Words>
  <Application>Microsoft Office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Freeform Programming Assessment</vt:lpstr>
      <vt:lpstr>Powerlifting</vt:lpstr>
      <vt:lpstr>Demographic</vt:lpstr>
      <vt:lpstr>Performance Change?</vt:lpstr>
      <vt:lpstr>Initial Difficulties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 Lawrence</dc:creator>
  <cp:lastModifiedBy>Will Lawrence</cp:lastModifiedBy>
  <cp:revision>15</cp:revision>
  <dcterms:created xsi:type="dcterms:W3CDTF">2025-12-08T14:18:09Z</dcterms:created>
  <dcterms:modified xsi:type="dcterms:W3CDTF">2025-12-17T11:21:33Z</dcterms:modified>
</cp:coreProperties>
</file>